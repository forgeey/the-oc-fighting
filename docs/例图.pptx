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7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332B7-E4BD-4770-8B14-CDA249CD9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0BCBA9-3299-496A-B3FE-F6BE39F68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B1B77-06C5-4847-BBA5-A8135F68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208BFA-2C66-4040-BFA9-F72BD2A3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D96D9-2DEA-4079-9A10-8D69DAA6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26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EE86A-9C6F-485A-9082-8164986A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822FE-0F59-4A6A-9F89-91A208F2C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8352C8-816C-4D45-8E13-9AB511BF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0D00A-2A4F-4187-853C-6D9E0DFE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154034-E804-4C74-91CC-8D56E38B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48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E59B3-59A4-4A61-A478-FE1A83F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001898-654D-4D95-B431-1E6D05A5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BAC59D-5609-42CA-AB8E-F58163E8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BB7B2B-E9A7-4AEF-B45E-E8BC14C2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CB7606-FA55-4697-8E37-D7EFC046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10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B0C0D-A9B0-4461-AD14-E03A4769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F1F26-1C78-4FD7-AFB4-938DA3E59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3BCCB6-6F4D-4C88-9D23-79A29CAAE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7741D3-BF8E-461E-AFE1-3BC6FEEC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6CE5FF-173A-4EA8-8682-B240D49B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9F627D-858F-4349-8EB8-3F884C85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35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856CA-7EF8-41B5-A635-1524B53A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B7092A-9EE2-48DF-950A-F2FB462BD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4F1CF-84D1-4053-BFAB-8943F8D59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86DA30-413E-4889-A29C-25961FE4B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52B3F9-B725-4D94-9CC4-254A23534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B093BB-3574-463E-92E8-CD6A9244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95F0F1-4AA3-46FD-A283-B2618E55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FA7797-4AB4-4CEB-925F-88703EA8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32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35922-F6E4-40E2-ADF6-37AF1A48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AEA175-8B25-4A73-BDE4-D89A8DB9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9B0F67-E6D8-4876-9C5B-69E0FCEB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195EE4-F920-4CA0-A50D-F26C8096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67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DFCAA0-689B-477B-BEDD-F4021F07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F73458-8C4A-4B3F-A866-25C0AE5C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345ACD-9B6F-4006-9B0D-4A9C12B4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57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73BEF-CDBB-47E7-9421-ED81CF97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6A5DA2-D55F-4A29-942C-1D9D041C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4BA373-5566-43B6-9F68-D8122471C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509F22-7E07-4025-9EB1-B1E8E8DB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31BD52-AB7A-4AAE-94CD-20AE1850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01F0FE-F8BF-4F0C-80F7-453DC8DA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6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54A52-178E-4DC7-831B-226B3B59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97F533-B7CC-4FC0-9545-B0DCF0EC4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FC76DC-A9D0-4149-9C38-8B7B461AD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D1FBE6-4764-4D4E-8D52-93F56213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8FE250-4581-473A-887D-C58C31B8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CE5333-5429-44BF-93EF-813E2CAD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78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1621C-29B1-4AE3-AC19-9A1AB89C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D0255C-0E24-4626-9480-2B2A9A9A5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C7633-27B0-4A17-859F-30B94FF6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D0C18-1030-4FBF-A01B-56058791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4EDDC-C6F2-445F-947D-2FD3286A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3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F8A18B-306D-492D-B703-760A64255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5183CC-5FDE-4227-88D6-B261AC982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9EB403-E3E5-4ED7-B387-16C873E1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BF8084-BED5-455F-8D7A-57EF2583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8BC64B-5715-4499-AC1B-408420C3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66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52A8C5-109C-443A-B804-267463108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1466FE-D5AC-4868-80E4-06BDE250B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1CFBF-53BE-488C-963D-7CCED2374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45B9F-A879-4380-B510-0030A9AB8EB6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BED1E-FECA-4C32-9DEA-85020F9CD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63783-A022-4E28-B034-B0E29B249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76F95-3C9C-412A-9AFE-EB1659099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59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FFC8002-AC16-4E40-8352-D622A1FBC14A}"/>
              </a:ext>
            </a:extLst>
          </p:cNvPr>
          <p:cNvSpPr/>
          <p:nvPr/>
        </p:nvSpPr>
        <p:spPr>
          <a:xfrm>
            <a:off x="741796" y="4170218"/>
            <a:ext cx="1717963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FrayInputMap</a:t>
            </a:r>
            <a:endParaRPr lang="zh-CN" altLang="en-US" b="1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3CD79B1-5E90-46CF-8815-61CCE29F21EC}"/>
              </a:ext>
            </a:extLst>
          </p:cNvPr>
          <p:cNvSpPr/>
          <p:nvPr/>
        </p:nvSpPr>
        <p:spPr>
          <a:xfrm>
            <a:off x="984250" y="5133109"/>
            <a:ext cx="1233054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FrayInput</a:t>
            </a:r>
            <a:endParaRPr lang="zh-CN" altLang="en-US" b="1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3D7A397-B3BF-4EB3-AD5C-C10274A574B6}"/>
              </a:ext>
            </a:extLst>
          </p:cNvPr>
          <p:cNvSpPr/>
          <p:nvPr/>
        </p:nvSpPr>
        <p:spPr>
          <a:xfrm>
            <a:off x="3899477" y="4682836"/>
            <a:ext cx="1620982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FrayBufferedAdvancer</a:t>
            </a:r>
            <a:endParaRPr lang="zh-CN" altLang="en-US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C3882AC-8863-4D41-9A1B-F5ADF7228A8E}"/>
              </a:ext>
            </a:extLst>
          </p:cNvPr>
          <p:cNvSpPr/>
          <p:nvPr/>
        </p:nvSpPr>
        <p:spPr>
          <a:xfrm>
            <a:off x="5821878" y="3429000"/>
            <a:ext cx="1343890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FrayStateMachine</a:t>
            </a:r>
            <a:endParaRPr lang="zh-CN" altLang="en-US" b="1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910D52A-9FA0-4D88-93FC-A5BB72D10FA8}"/>
              </a:ext>
            </a:extLst>
          </p:cNvPr>
          <p:cNvSpPr/>
          <p:nvPr/>
        </p:nvSpPr>
        <p:spPr>
          <a:xfrm>
            <a:off x="8357260" y="3429000"/>
            <a:ext cx="1343890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Custom</a:t>
            </a:r>
          </a:p>
          <a:p>
            <a:pPr algn="ctr"/>
            <a:r>
              <a:rPr lang="en-US" altLang="zh-CN" b="1" dirty="0"/>
              <a:t>State</a:t>
            </a:r>
            <a:endParaRPr lang="zh-CN" altLang="en-US" b="1" dirty="0"/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F2BC38E7-D503-4F60-9CBB-A72A51D58917}"/>
              </a:ext>
            </a:extLst>
          </p:cNvPr>
          <p:cNvCxnSpPr>
            <a:stCxn id="7" idx="0"/>
            <a:endCxn id="8" idx="0"/>
          </p:cNvCxnSpPr>
          <p:nvPr/>
        </p:nvCxnSpPr>
        <p:spPr>
          <a:xfrm rot="5400000" flipH="1" flipV="1">
            <a:off x="7761514" y="2161309"/>
            <a:ext cx="12700" cy="2535382"/>
          </a:xfrm>
          <a:prstGeom prst="curvedConnector3">
            <a:avLst>
              <a:gd name="adj1" fmla="val 41454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610B34D3-31F0-4505-BFA6-5391BC0DFCFE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rot="16200000" flipH="1">
            <a:off x="2899064" y="2871932"/>
            <a:ext cx="512618" cy="3109190"/>
          </a:xfrm>
          <a:prstGeom prst="curvedConnector3">
            <a:avLst>
              <a:gd name="adj1" fmla="val -445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03983EDE-6F87-405E-9982-E44C49B2F859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5400000" flipH="1" flipV="1">
            <a:off x="2930235" y="3865995"/>
            <a:ext cx="450273" cy="3109191"/>
          </a:xfrm>
          <a:prstGeom prst="curvedConnector3">
            <a:avLst>
              <a:gd name="adj1" fmla="val -507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A288033-18C5-42C0-BCFF-094A5CC88634}"/>
              </a:ext>
            </a:extLst>
          </p:cNvPr>
          <p:cNvSpPr txBox="1"/>
          <p:nvPr/>
        </p:nvSpPr>
        <p:spPr>
          <a:xfrm>
            <a:off x="187614" y="2888948"/>
            <a:ext cx="27841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导入插件后，可添加的节点中有</a:t>
            </a:r>
            <a:r>
              <a:rPr lang="en-US" altLang="zh-CN" sz="1200" dirty="0"/>
              <a:t>_</a:t>
            </a:r>
            <a:r>
              <a:rPr lang="en-US" altLang="zh-CN" sz="1200" dirty="0" err="1"/>
              <a:t>FrayInput</a:t>
            </a:r>
            <a:r>
              <a:rPr lang="zh-CN" altLang="en-US" sz="1200" dirty="0"/>
              <a:t>、</a:t>
            </a:r>
            <a:r>
              <a:rPr lang="en-US" altLang="zh-CN" sz="1200" dirty="0"/>
              <a:t>_</a:t>
            </a:r>
            <a:r>
              <a:rPr lang="en-US" altLang="zh-CN" sz="1200" dirty="0" err="1"/>
              <a:t>FrayInputMap</a:t>
            </a:r>
            <a:r>
              <a:rPr lang="zh-CN" altLang="en-US" sz="1200" dirty="0"/>
              <a:t>两个节点。</a:t>
            </a:r>
            <a:endParaRPr lang="en-US" altLang="zh-CN" sz="1200" dirty="0"/>
          </a:p>
          <a:p>
            <a:r>
              <a:rPr lang="zh-CN" altLang="en-US" sz="1200" dirty="0"/>
              <a:t>前面的“</a:t>
            </a:r>
            <a:r>
              <a:rPr lang="en-US" altLang="zh-CN" sz="1200" dirty="0"/>
              <a:t>_</a:t>
            </a:r>
            <a:r>
              <a:rPr lang="zh-CN" altLang="en-US" sz="1200" dirty="0"/>
              <a:t>”代表了不需要添加此节点，可以直接使用该两个节点的脚本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11F6DC0-3D53-4CE7-8088-B9E2B6EFE41D}"/>
              </a:ext>
            </a:extLst>
          </p:cNvPr>
          <p:cNvSpPr txBox="1"/>
          <p:nvPr/>
        </p:nvSpPr>
        <p:spPr>
          <a:xfrm>
            <a:off x="5098636" y="5357197"/>
            <a:ext cx="1920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作为状态机的子节点。</a:t>
            </a:r>
            <a:endParaRPr lang="en-US" altLang="zh-CN" sz="1200" dirty="0"/>
          </a:p>
          <a:p>
            <a:r>
              <a:rPr lang="zh-CN" altLang="en-US" sz="1200" dirty="0"/>
              <a:t>提供缓冲输入，可以定义输入触发类型状态。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0A3749D-97F2-4F7B-B307-A134ECC5453B}"/>
              </a:ext>
            </a:extLst>
          </p:cNvPr>
          <p:cNvSpPr txBox="1"/>
          <p:nvPr/>
        </p:nvSpPr>
        <p:spPr>
          <a:xfrm>
            <a:off x="2912918" y="3996034"/>
            <a:ext cx="1343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定义动作给</a:t>
            </a:r>
            <a:r>
              <a:rPr lang="en-US" altLang="zh-CN" sz="1200" dirty="0"/>
              <a:t>Advancer</a:t>
            </a:r>
            <a:r>
              <a:rPr lang="zh-CN" altLang="en-US" sz="1200" dirty="0"/>
              <a:t>使用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24A6CF-8B56-4B7B-9A5C-DB4A8EE7AB82}"/>
              </a:ext>
            </a:extLst>
          </p:cNvPr>
          <p:cNvSpPr txBox="1"/>
          <p:nvPr/>
        </p:nvSpPr>
        <p:spPr>
          <a:xfrm>
            <a:off x="2555586" y="5451763"/>
            <a:ext cx="1343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判断是否调用</a:t>
            </a:r>
            <a:r>
              <a:rPr lang="en-US" altLang="zh-CN" sz="1200" dirty="0"/>
              <a:t>advancer</a:t>
            </a:r>
            <a:r>
              <a:rPr lang="zh-CN" altLang="en-US" sz="1200" dirty="0"/>
              <a:t>进行状态推进</a:t>
            </a: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025D5380-D67E-4DF9-AA2A-91604A1B893B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5520459" y="3941618"/>
            <a:ext cx="973364" cy="9975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69D68F97-A9E4-4543-80FF-DBACAD8076B8}"/>
              </a:ext>
            </a:extLst>
          </p:cNvPr>
          <p:cNvSpPr txBox="1"/>
          <p:nvPr/>
        </p:nvSpPr>
        <p:spPr>
          <a:xfrm>
            <a:off x="6288231" y="4477480"/>
            <a:ext cx="1530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Advancer</a:t>
            </a:r>
            <a:r>
              <a:rPr lang="zh-CN" altLang="en-US" sz="1200" dirty="0"/>
              <a:t>处理状态机的输入驱动类型的转换。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203DE05-BE1C-4625-A548-B31BAD2A6C36}"/>
              </a:ext>
            </a:extLst>
          </p:cNvPr>
          <p:cNvSpPr txBox="1"/>
          <p:nvPr/>
        </p:nvSpPr>
        <p:spPr>
          <a:xfrm>
            <a:off x="7321880" y="2303582"/>
            <a:ext cx="1035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让自定义状态之间转换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DB4C1EE-76D6-4F55-AB08-530729BA2DB6}"/>
              </a:ext>
            </a:extLst>
          </p:cNvPr>
          <p:cNvSpPr txBox="1"/>
          <p:nvPr/>
        </p:nvSpPr>
        <p:spPr>
          <a:xfrm>
            <a:off x="9592045" y="4005043"/>
            <a:ext cx="1160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定义每个状态应该干的事情。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7583F95-0FB3-49E4-AE01-05AAC1DB0800}"/>
              </a:ext>
            </a:extLst>
          </p:cNvPr>
          <p:cNvSpPr/>
          <p:nvPr/>
        </p:nvSpPr>
        <p:spPr>
          <a:xfrm>
            <a:off x="3754746" y="1858735"/>
            <a:ext cx="1343890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Custom</a:t>
            </a:r>
          </a:p>
          <a:p>
            <a:pPr algn="ctr"/>
            <a:r>
              <a:rPr lang="en-US" altLang="zh-CN" b="1" dirty="0"/>
              <a:t>functions</a:t>
            </a:r>
            <a:endParaRPr lang="zh-CN" altLang="en-US" b="1" dirty="0"/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75F77C82-9E63-4AFF-9C76-64AD99B76A85}"/>
              </a:ext>
            </a:extLst>
          </p:cNvPr>
          <p:cNvCxnSpPr>
            <a:cxnSpLocks/>
            <a:stCxn id="38" idx="2"/>
            <a:endCxn id="7" idx="1"/>
          </p:cNvCxnSpPr>
          <p:nvPr/>
        </p:nvCxnSpPr>
        <p:spPr>
          <a:xfrm rot="16200000" flipH="1">
            <a:off x="4467306" y="2330737"/>
            <a:ext cx="1313956" cy="139518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FF5BFF54-EF60-4BB9-BF05-8AB674FD3638}"/>
              </a:ext>
            </a:extLst>
          </p:cNvPr>
          <p:cNvSpPr txBox="1"/>
          <p:nvPr/>
        </p:nvSpPr>
        <p:spPr>
          <a:xfrm>
            <a:off x="3492602" y="1282012"/>
            <a:ext cx="1528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自定义函数定义条件，返回布尔值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294F54D-7C23-4F8F-BCFB-33775C691450}"/>
              </a:ext>
            </a:extLst>
          </p:cNvPr>
          <p:cNvSpPr txBox="1"/>
          <p:nvPr/>
        </p:nvSpPr>
        <p:spPr>
          <a:xfrm>
            <a:off x="3964665" y="2825443"/>
            <a:ext cx="1528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根据条件真假，管理状态机的条件转换</a:t>
            </a:r>
          </a:p>
        </p:txBody>
      </p:sp>
    </p:spTree>
    <p:extLst>
      <p:ext uri="{BB962C8B-B14F-4D97-AF65-F5344CB8AC3E}">
        <p14:creationId xmlns:p14="http://schemas.microsoft.com/office/powerpoint/2010/main" val="339587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26F31BF-69EF-4205-A1F5-A623B150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112509"/>
              </p:ext>
            </p:extLst>
          </p:nvPr>
        </p:nvGraphicFramePr>
        <p:xfrm>
          <a:off x="1604489" y="2255541"/>
          <a:ext cx="677333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1070127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977073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394591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226338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42504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帧数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挥空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被防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完美防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66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起手帧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32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有效帧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27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恢复帧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74325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8190F9F-4954-400B-817D-D5974865C20A}"/>
              </a:ext>
            </a:extLst>
          </p:cNvPr>
          <p:cNvSpPr txBox="1"/>
          <p:nvPr/>
        </p:nvSpPr>
        <p:spPr>
          <a:xfrm>
            <a:off x="1604489" y="1785258"/>
            <a:ext cx="160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示例帧数表</a:t>
            </a:r>
          </a:p>
        </p:txBody>
      </p:sp>
    </p:spTree>
    <p:extLst>
      <p:ext uri="{BB962C8B-B14F-4D97-AF65-F5344CB8AC3E}">
        <p14:creationId xmlns:p14="http://schemas.microsoft.com/office/powerpoint/2010/main" val="121732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4A1A0CA2-E485-4116-89B3-F8715D684C16}"/>
              </a:ext>
            </a:extLst>
          </p:cNvPr>
          <p:cNvSpPr/>
          <p:nvPr/>
        </p:nvSpPr>
        <p:spPr>
          <a:xfrm>
            <a:off x="4385953" y="261258"/>
            <a:ext cx="2636322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2060"/>
                </a:solidFill>
              </a:rPr>
              <a:t>FrayHitStateManager2D</a:t>
            </a: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4A4BD40-DA3B-4765-8675-D5DDF070B699}"/>
              </a:ext>
            </a:extLst>
          </p:cNvPr>
          <p:cNvSpPr/>
          <p:nvPr/>
        </p:nvSpPr>
        <p:spPr>
          <a:xfrm>
            <a:off x="1698172" y="1007423"/>
            <a:ext cx="1696192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2060"/>
                </a:solidFill>
              </a:rPr>
              <a:t>FrayHitState2D</a:t>
            </a: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7C614C-948F-4411-920C-7623A63CCC56}"/>
              </a:ext>
            </a:extLst>
          </p:cNvPr>
          <p:cNvSpPr/>
          <p:nvPr/>
        </p:nvSpPr>
        <p:spPr>
          <a:xfrm>
            <a:off x="4856018" y="1007423"/>
            <a:ext cx="1696192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2060"/>
                </a:solidFill>
              </a:rPr>
              <a:t>FrayHitState2D</a:t>
            </a: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19C8367-300E-4452-9139-B94463CEB846}"/>
              </a:ext>
            </a:extLst>
          </p:cNvPr>
          <p:cNvSpPr/>
          <p:nvPr/>
        </p:nvSpPr>
        <p:spPr>
          <a:xfrm>
            <a:off x="8013864" y="1007423"/>
            <a:ext cx="1696192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2060"/>
                </a:solidFill>
              </a:rPr>
              <a:t>FrayHitState2D</a:t>
            </a:r>
            <a:endParaRPr lang="zh-CN" altLang="en-US" sz="1200" dirty="0">
              <a:solidFill>
                <a:srgbClr val="002060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8C1D407-6E90-451B-A97F-50447C600CF2}"/>
              </a:ext>
            </a:extLst>
          </p:cNvPr>
          <p:cNvSpPr/>
          <p:nvPr/>
        </p:nvSpPr>
        <p:spPr>
          <a:xfrm>
            <a:off x="175161" y="2319646"/>
            <a:ext cx="1379517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rgbClr val="002060"/>
                </a:solidFill>
              </a:rPr>
              <a:t>FrayHitbox2D</a:t>
            </a:r>
            <a:endParaRPr lang="zh-CN" altLang="en-US" sz="1050" dirty="0">
              <a:solidFill>
                <a:srgbClr val="00206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6C81C0D-BD37-49D2-B0F0-8481D86CB7F8}"/>
              </a:ext>
            </a:extLst>
          </p:cNvPr>
          <p:cNvSpPr/>
          <p:nvPr/>
        </p:nvSpPr>
        <p:spPr>
          <a:xfrm>
            <a:off x="1854531" y="2319646"/>
            <a:ext cx="1379517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rgbClr val="002060"/>
                </a:solidFill>
              </a:rPr>
              <a:t>FrayHitbox2D</a:t>
            </a:r>
            <a:endParaRPr lang="zh-CN" altLang="en-US" sz="1050" dirty="0">
              <a:solidFill>
                <a:srgbClr val="00206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8CBA99D-9EA8-42B2-84D0-55EEFFBC5A88}"/>
              </a:ext>
            </a:extLst>
          </p:cNvPr>
          <p:cNvSpPr/>
          <p:nvPr/>
        </p:nvSpPr>
        <p:spPr>
          <a:xfrm>
            <a:off x="3499262" y="2319646"/>
            <a:ext cx="1379517" cy="40771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rgbClr val="002060"/>
                </a:solidFill>
              </a:rPr>
              <a:t>FrayHitbox2D</a:t>
            </a:r>
            <a:endParaRPr lang="zh-CN" altLang="en-US" sz="1050" dirty="0">
              <a:solidFill>
                <a:srgbClr val="00206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FAEFF26-A526-4AC4-8BD2-73D3E6008800}"/>
              </a:ext>
            </a:extLst>
          </p:cNvPr>
          <p:cNvCxnSpPr>
            <a:stCxn id="2" idx="4"/>
            <a:endCxn id="3" idx="0"/>
          </p:cNvCxnSpPr>
          <p:nvPr/>
        </p:nvCxnSpPr>
        <p:spPr>
          <a:xfrm flipH="1">
            <a:off x="2546268" y="668977"/>
            <a:ext cx="3157846" cy="338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2B00841-6D41-4B2A-B629-B6FA9A10222F}"/>
              </a:ext>
            </a:extLst>
          </p:cNvPr>
          <p:cNvCxnSpPr>
            <a:stCxn id="2" idx="4"/>
            <a:endCxn id="4" idx="0"/>
          </p:cNvCxnSpPr>
          <p:nvPr/>
        </p:nvCxnSpPr>
        <p:spPr>
          <a:xfrm>
            <a:off x="5704114" y="668977"/>
            <a:ext cx="0" cy="338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5F068E1-B147-404D-BD0C-B82A5A0D5625}"/>
              </a:ext>
            </a:extLst>
          </p:cNvPr>
          <p:cNvCxnSpPr>
            <a:stCxn id="2" idx="4"/>
            <a:endCxn id="5" idx="0"/>
          </p:cNvCxnSpPr>
          <p:nvPr/>
        </p:nvCxnSpPr>
        <p:spPr>
          <a:xfrm>
            <a:off x="5704114" y="668977"/>
            <a:ext cx="3157846" cy="338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FB558EE-26D5-479F-B9C9-FBE66C277FD3}"/>
              </a:ext>
            </a:extLst>
          </p:cNvPr>
          <p:cNvCxnSpPr>
            <a:stCxn id="3" idx="4"/>
            <a:endCxn id="6" idx="0"/>
          </p:cNvCxnSpPr>
          <p:nvPr/>
        </p:nvCxnSpPr>
        <p:spPr>
          <a:xfrm flipH="1">
            <a:off x="864920" y="1415142"/>
            <a:ext cx="1681348" cy="904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14B1769-E5A9-42AD-A9A2-52AE66D090C5}"/>
              </a:ext>
            </a:extLst>
          </p:cNvPr>
          <p:cNvCxnSpPr>
            <a:stCxn id="3" idx="4"/>
            <a:endCxn id="7" idx="0"/>
          </p:cNvCxnSpPr>
          <p:nvPr/>
        </p:nvCxnSpPr>
        <p:spPr>
          <a:xfrm flipH="1">
            <a:off x="2544290" y="1415142"/>
            <a:ext cx="1978" cy="904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D2DB6AA-2F49-4F8D-90B0-7F4B9786D31F}"/>
              </a:ext>
            </a:extLst>
          </p:cNvPr>
          <p:cNvCxnSpPr>
            <a:stCxn id="3" idx="4"/>
            <a:endCxn id="9" idx="0"/>
          </p:cNvCxnSpPr>
          <p:nvPr/>
        </p:nvCxnSpPr>
        <p:spPr>
          <a:xfrm>
            <a:off x="2546268" y="1415142"/>
            <a:ext cx="1642753" cy="904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29C7F87-4278-4B6E-AC1F-C060EBE4DD8E}"/>
              </a:ext>
            </a:extLst>
          </p:cNvPr>
          <p:cNvSpPr txBox="1"/>
          <p:nvPr/>
        </p:nvSpPr>
        <p:spPr>
          <a:xfrm>
            <a:off x="5044044" y="2261895"/>
            <a:ext cx="1549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················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C569746-4E30-4708-A371-F30CE8442793}"/>
              </a:ext>
            </a:extLst>
          </p:cNvPr>
          <p:cNvSpPr txBox="1"/>
          <p:nvPr/>
        </p:nvSpPr>
        <p:spPr>
          <a:xfrm>
            <a:off x="8160820" y="2261895"/>
            <a:ext cx="1549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················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84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6203F24-4F0F-49B6-A3AB-3B447590F003}"/>
              </a:ext>
            </a:extLst>
          </p:cNvPr>
          <p:cNvSpPr/>
          <p:nvPr/>
        </p:nvSpPr>
        <p:spPr>
          <a:xfrm>
            <a:off x="2017404" y="3132397"/>
            <a:ext cx="1212685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Fray</a:t>
            </a:r>
            <a:r>
              <a:rPr lang="zh-CN" altLang="en-US" b="1" dirty="0"/>
              <a:t>输入模块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A281FCD-7EDF-4512-8E04-0736DF94397F}"/>
              </a:ext>
            </a:extLst>
          </p:cNvPr>
          <p:cNvSpPr/>
          <p:nvPr/>
        </p:nvSpPr>
        <p:spPr>
          <a:xfrm>
            <a:off x="3822864" y="1292575"/>
            <a:ext cx="1544782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Fray</a:t>
            </a:r>
            <a:r>
              <a:rPr lang="zh-CN" altLang="en-US" b="1" dirty="0"/>
              <a:t>状态机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C19D44-C85C-4E1B-B9A7-DFFF87E5833C}"/>
              </a:ext>
            </a:extLst>
          </p:cNvPr>
          <p:cNvSpPr/>
          <p:nvPr/>
        </p:nvSpPr>
        <p:spPr>
          <a:xfrm>
            <a:off x="5832762" y="3132397"/>
            <a:ext cx="1212685" cy="5126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Fray</a:t>
            </a:r>
            <a:r>
              <a:rPr lang="zh-CN" altLang="en-US" b="1" dirty="0"/>
              <a:t>判定模块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51DA0E7-6336-4254-B1CA-9122890CE839}"/>
              </a:ext>
            </a:extLst>
          </p:cNvPr>
          <p:cNvCxnSpPr>
            <a:cxnSpLocks/>
          </p:cNvCxnSpPr>
          <p:nvPr/>
        </p:nvCxnSpPr>
        <p:spPr>
          <a:xfrm rot="20810318" flipV="1">
            <a:off x="2655281" y="2039173"/>
            <a:ext cx="1250868" cy="851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AF8F9CB-CD0A-49CF-A7B8-749934BAA858}"/>
              </a:ext>
            </a:extLst>
          </p:cNvPr>
          <p:cNvGrpSpPr/>
          <p:nvPr/>
        </p:nvGrpSpPr>
        <p:grpSpPr>
          <a:xfrm rot="5028416">
            <a:off x="5160874" y="1893109"/>
            <a:ext cx="1381497" cy="997528"/>
            <a:chOff x="5563589" y="1432955"/>
            <a:chExt cx="1381497" cy="997528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21C02D70-F9BB-4C35-8C41-09D1E3A7B79B}"/>
                </a:ext>
              </a:extLst>
            </p:cNvPr>
            <p:cNvCxnSpPr/>
            <p:nvPr/>
          </p:nvCxnSpPr>
          <p:spPr>
            <a:xfrm flipH="1">
              <a:off x="5563589" y="1432955"/>
              <a:ext cx="1306286" cy="870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00E236D-0E63-4E72-9C48-C34F259CAE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4218" y="1579418"/>
              <a:ext cx="1250868" cy="8510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1B5AE5E3-7224-4961-81CB-ED70E24E4493}"/>
              </a:ext>
            </a:extLst>
          </p:cNvPr>
          <p:cNvSpPr txBox="1"/>
          <p:nvPr/>
        </p:nvSpPr>
        <p:spPr>
          <a:xfrm>
            <a:off x="2437323" y="2049207"/>
            <a:ext cx="87481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rgbClr val="002060"/>
                </a:solidFill>
              </a:rPr>
              <a:t>输入触发的状态转换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C060BD-88A3-4018-BB7E-4CDEA0FEC3AF}"/>
              </a:ext>
            </a:extLst>
          </p:cNvPr>
          <p:cNvSpPr txBox="1"/>
          <p:nvPr/>
        </p:nvSpPr>
        <p:spPr>
          <a:xfrm>
            <a:off x="4620870" y="2347654"/>
            <a:ext cx="109211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 err="1">
                <a:solidFill>
                  <a:srgbClr val="002060"/>
                </a:solidFill>
              </a:rPr>
              <a:t>AniamtionPlayer</a:t>
            </a:r>
            <a:r>
              <a:rPr lang="zh-CN" altLang="en-US" sz="1050" dirty="0">
                <a:solidFill>
                  <a:srgbClr val="002060"/>
                </a:solidFill>
              </a:rPr>
              <a:t>节点播放动画、激活判定框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AEBCAB-DB3D-426B-B1DE-AFB58048BDA1}"/>
              </a:ext>
            </a:extLst>
          </p:cNvPr>
          <p:cNvSpPr txBox="1"/>
          <p:nvPr/>
        </p:nvSpPr>
        <p:spPr>
          <a:xfrm>
            <a:off x="5897788" y="1869140"/>
            <a:ext cx="12558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>
                <a:solidFill>
                  <a:srgbClr val="002060"/>
                </a:solidFill>
              </a:rPr>
              <a:t>受击判定信号，允许后续动作取消</a:t>
            </a:r>
          </a:p>
        </p:txBody>
      </p:sp>
    </p:spTree>
    <p:extLst>
      <p:ext uri="{BB962C8B-B14F-4D97-AF65-F5344CB8AC3E}">
        <p14:creationId xmlns:p14="http://schemas.microsoft.com/office/powerpoint/2010/main" val="341825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C923E-F432-CD31-FE5A-C7E03EDD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928D282-8938-FA11-E64E-E1784EF55002}"/>
              </a:ext>
            </a:extLst>
          </p:cNvPr>
          <p:cNvSpPr/>
          <p:nvPr/>
        </p:nvSpPr>
        <p:spPr>
          <a:xfrm>
            <a:off x="3830035" y="308805"/>
            <a:ext cx="2154546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Foundation_movement</a:t>
            </a:r>
            <a:endParaRPr lang="zh-CN" altLang="en-US" b="1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BBE3C04-67CC-D8B6-77CA-51FF5DC230DD}"/>
              </a:ext>
            </a:extLst>
          </p:cNvPr>
          <p:cNvSpPr/>
          <p:nvPr/>
        </p:nvSpPr>
        <p:spPr>
          <a:xfrm>
            <a:off x="3831043" y="1385096"/>
            <a:ext cx="2153538" cy="704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Fighter_state_machine_builder</a:t>
            </a:r>
            <a:endParaRPr lang="zh-CN" altLang="en-US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8AB39EE-98BC-C438-5B3E-AB697B17AA7E}"/>
              </a:ext>
            </a:extLst>
          </p:cNvPr>
          <p:cNvCxnSpPr>
            <a:cxnSpLocks/>
          </p:cNvCxnSpPr>
          <p:nvPr/>
        </p:nvCxnSpPr>
        <p:spPr>
          <a:xfrm>
            <a:off x="6049042" y="660874"/>
            <a:ext cx="719586" cy="72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C4B421-E5D7-D010-5ED3-B8133BE955F8}"/>
              </a:ext>
            </a:extLst>
          </p:cNvPr>
          <p:cNvSpPr/>
          <p:nvPr/>
        </p:nvSpPr>
        <p:spPr>
          <a:xfrm>
            <a:off x="6937281" y="1385096"/>
            <a:ext cx="1544782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Foundation_fighter</a:t>
            </a:r>
            <a:endParaRPr lang="zh-CN" altLang="en-US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192B1DC-742C-C27D-73E4-5C6A5E408954}"/>
              </a:ext>
            </a:extLst>
          </p:cNvPr>
          <p:cNvSpPr/>
          <p:nvPr/>
        </p:nvSpPr>
        <p:spPr>
          <a:xfrm>
            <a:off x="9367000" y="1385096"/>
            <a:ext cx="1544782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Combat_core_fighter</a:t>
            </a:r>
            <a:endParaRPr lang="en-US" altLang="zh-CN" b="1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9D13A64-7B98-039B-B301-D5373769FBA1}"/>
              </a:ext>
            </a:extLst>
          </p:cNvPr>
          <p:cNvCxnSpPr>
            <a:cxnSpLocks/>
          </p:cNvCxnSpPr>
          <p:nvPr/>
        </p:nvCxnSpPr>
        <p:spPr>
          <a:xfrm>
            <a:off x="8575753" y="1737163"/>
            <a:ext cx="697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268D3C7-8ECE-21AD-C347-927226D70971}"/>
              </a:ext>
            </a:extLst>
          </p:cNvPr>
          <p:cNvCxnSpPr>
            <a:cxnSpLocks/>
          </p:cNvCxnSpPr>
          <p:nvPr/>
        </p:nvCxnSpPr>
        <p:spPr>
          <a:xfrm>
            <a:off x="6096000" y="1737163"/>
            <a:ext cx="672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D76055F-4D2C-1F8F-5DB7-404E599F9C9B}"/>
              </a:ext>
            </a:extLst>
          </p:cNvPr>
          <p:cNvSpPr/>
          <p:nvPr/>
        </p:nvSpPr>
        <p:spPr>
          <a:xfrm>
            <a:off x="844074" y="308805"/>
            <a:ext cx="2154546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Foundation_fighter_environment</a:t>
            </a:r>
            <a:endParaRPr lang="zh-CN" altLang="en-US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2B11FC9-6E1D-1B03-872D-936C6F3EAE61}"/>
              </a:ext>
            </a:extLst>
          </p:cNvPr>
          <p:cNvCxnSpPr>
            <a:cxnSpLocks/>
          </p:cNvCxnSpPr>
          <p:nvPr/>
        </p:nvCxnSpPr>
        <p:spPr>
          <a:xfrm>
            <a:off x="3044340" y="660874"/>
            <a:ext cx="697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E7BCCF3-1CC7-3AF8-76A2-CD5F28B63E44}"/>
              </a:ext>
            </a:extLst>
          </p:cNvPr>
          <p:cNvSpPr/>
          <p:nvPr/>
        </p:nvSpPr>
        <p:spPr>
          <a:xfrm>
            <a:off x="3830035" y="2441299"/>
            <a:ext cx="2154546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Input_set</a:t>
            </a:r>
            <a:endParaRPr lang="en-US" altLang="zh-CN" b="1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309450B-30ED-0FF1-2D90-929AA9A96204}"/>
              </a:ext>
            </a:extLst>
          </p:cNvPr>
          <p:cNvCxnSpPr>
            <a:cxnSpLocks/>
          </p:cNvCxnSpPr>
          <p:nvPr/>
        </p:nvCxnSpPr>
        <p:spPr>
          <a:xfrm flipV="1">
            <a:off x="6049042" y="2089231"/>
            <a:ext cx="719586" cy="70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6861799-DA47-9CAA-2F68-79113E5A3895}"/>
              </a:ext>
            </a:extLst>
          </p:cNvPr>
          <p:cNvSpPr/>
          <p:nvPr/>
        </p:nvSpPr>
        <p:spPr>
          <a:xfrm>
            <a:off x="6937281" y="2441299"/>
            <a:ext cx="2154546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Combat_rule_set</a:t>
            </a:r>
            <a:endParaRPr lang="en-US" altLang="zh-CN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A719CC9-0EB0-8637-BFC9-B4C20737049F}"/>
              </a:ext>
            </a:extLst>
          </p:cNvPr>
          <p:cNvCxnSpPr>
            <a:cxnSpLocks/>
          </p:cNvCxnSpPr>
          <p:nvPr/>
        </p:nvCxnSpPr>
        <p:spPr>
          <a:xfrm flipV="1">
            <a:off x="9156288" y="2205990"/>
            <a:ext cx="627792" cy="587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E47B288-6F44-C384-7ECB-8955328E626E}"/>
              </a:ext>
            </a:extLst>
          </p:cNvPr>
          <p:cNvSpPr txBox="1"/>
          <p:nvPr/>
        </p:nvSpPr>
        <p:spPr>
          <a:xfrm>
            <a:off x="8302431" y="1434171"/>
            <a:ext cx="12558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solidFill>
                  <a:srgbClr val="002060"/>
                </a:solidFill>
              </a:rPr>
              <a:t>extend</a:t>
            </a:r>
            <a:endParaRPr lang="zh-CN" altLang="en-US" sz="1050" dirty="0">
              <a:solidFill>
                <a:srgbClr val="002060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C9C51ED-4B3F-63D6-C6DA-4D0F732F02F2}"/>
              </a:ext>
            </a:extLst>
          </p:cNvPr>
          <p:cNvCxnSpPr>
            <a:cxnSpLocks/>
          </p:cNvCxnSpPr>
          <p:nvPr/>
        </p:nvCxnSpPr>
        <p:spPr>
          <a:xfrm>
            <a:off x="9156288" y="2910127"/>
            <a:ext cx="627792" cy="678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ED6F024-83EE-6657-F32A-145F3C8CB2C7}"/>
              </a:ext>
            </a:extLst>
          </p:cNvPr>
          <p:cNvSpPr/>
          <p:nvPr/>
        </p:nvSpPr>
        <p:spPr>
          <a:xfrm>
            <a:off x="9367000" y="3705779"/>
            <a:ext cx="1544782" cy="7041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/>
              <a:t>Combat_core_match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10211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225</Words>
  <Application>Microsoft Office PowerPoint</Application>
  <PresentationFormat>宽屏</PresentationFormat>
  <Paragraphs>64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Qiaokun</dc:creator>
  <cp:lastModifiedBy>Qiaokun Liu</cp:lastModifiedBy>
  <cp:revision>46</cp:revision>
  <dcterms:created xsi:type="dcterms:W3CDTF">2025-07-21T05:37:08Z</dcterms:created>
  <dcterms:modified xsi:type="dcterms:W3CDTF">2026-08-11T09:18:51Z</dcterms:modified>
</cp:coreProperties>
</file>